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0" r:id="rId16"/>
    <p:sldId id="265" r:id="rId17"/>
  </p:sldIdLst>
  <p:sldSz cx="18288000" cy="10287000"/>
  <p:notesSz cx="6858000" cy="9144000"/>
  <p:embeddedFontLst>
    <p:embeddedFont>
      <p:font typeface="Cambria" panose="02040503050406030204" pitchFamily="18" charset="0"/>
      <p:regular r:id="rId18"/>
      <p:bold r:id="rId19"/>
      <p:italic r:id="rId20"/>
      <p:boldItalic r:id="rId21"/>
    </p:embeddedFont>
    <p:embeddedFont>
      <p:font typeface="Gotham" panose="020B0604020202020204" charset="0"/>
      <p:regular r:id="rId22"/>
    </p:embeddedFont>
    <p:embeddedFont>
      <p:font typeface="Gotham Bold Italics" panose="020B060402020202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475138" y="4828143"/>
            <a:ext cx="15784162" cy="1569660"/>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EVENTSYS: A DYNAMIC CAMPUS EVENT MANAGEMENT AND SMART TICKETING PLATFORM  </a:t>
            </a:r>
          </a:p>
          <a:p>
            <a:pPr algn="ctr"/>
            <a:r>
              <a:rPr lang="en-US" sz="3200" b="1" dirty="0">
                <a:solidFill>
                  <a:srgbClr val="C00000"/>
                </a:solidFill>
                <a:latin typeface="Times New Roman" panose="02020603050405020304" pitchFamily="18" charset="0"/>
                <a:cs typeface="Times New Roman" panose="02020603050405020304" pitchFamily="18" charset="0"/>
              </a:rPr>
              <a:t>06/05/2026</a:t>
            </a:r>
            <a:endParaRPr lang="en-IN" sz="3200" b="1" dirty="0">
              <a:solidFill>
                <a:srgbClr val="C0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a:t>
            </a:r>
            <a:r>
              <a:rPr lang="en-US" sz="3000" b="1" dirty="0">
                <a:latin typeface="Cambria" panose="02040503050406030204" pitchFamily="18" charset="0"/>
                <a:ea typeface="Cambria" panose="02040503050406030204" pitchFamily="18" charset="0"/>
              </a:rPr>
              <a:t> By:</a:t>
            </a:r>
          </a:p>
          <a:p>
            <a:pPr>
              <a:lnSpc>
                <a:spcPct val="150000"/>
              </a:lnSpc>
            </a:pPr>
            <a:r>
              <a:rPr lang="en-US" sz="3000" dirty="0">
                <a:latin typeface="Cambria" panose="02040503050406030204" pitchFamily="18" charset="0"/>
                <a:ea typeface="Cambria" panose="02040503050406030204" pitchFamily="18" charset="0"/>
              </a:rPr>
              <a:t>N.LIKHITHA KUMARI – VTU26510 – 23UECS0823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506200" y="7818586"/>
            <a:ext cx="6705600" cy="2776658"/>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a:t>
            </a:r>
            <a:r>
              <a:rPr lang="en-US" sz="3000" dirty="0" err="1">
                <a:latin typeface="Cambria" panose="02040503050406030204" pitchFamily="18" charset="0"/>
                <a:ea typeface="Cambria" panose="02040503050406030204" pitchFamily="18" charset="0"/>
              </a:rPr>
              <a:t>Assistant.Professor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(Sr Grade)-</a:t>
            </a:r>
            <a:r>
              <a:rPr lang="en-US" sz="3000" dirty="0" err="1">
                <a:latin typeface="Cambria" panose="02040503050406030204" pitchFamily="18" charset="0"/>
                <a:ea typeface="Cambria" panose="02040503050406030204" pitchFamily="18" charset="0"/>
              </a:rPr>
              <a:t>M.E,ph.D</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SDG: 9 – Industry , Innovation and Infrastructure</a:t>
            </a:r>
          </a:p>
          <a:p>
            <a:r>
              <a:rPr lang="en-US" sz="2000" dirty="0">
                <a:latin typeface="Times New Roman" panose="02020603050405020304" pitchFamily="18" charset="0"/>
                <a:cs typeface="Times New Roman" panose="02020603050405020304" pitchFamily="18" charset="0"/>
              </a:rPr>
              <a:t>SDG: 12- Responsible Consumption and Production</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01634" y="2353548"/>
            <a:ext cx="15082325" cy="4401205"/>
          </a:xfrm>
          <a:prstGeom prst="rect">
            <a:avLst/>
          </a:prstGeom>
          <a:noFill/>
        </p:spPr>
        <p:txBody>
          <a:bodyPr wrap="square" rtlCol="0">
            <a:spAutoFit/>
          </a:bodyPr>
          <a:lstStyle/>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management of campus events in many institutions is often handled manually, leading to issues such as poor coordination, ticket mismanagement, and lack of real-time updates. This creates inconvenience for both organizers and participants. Hence, there is a need for a centralized digital system to streamline event operations. The proposed project, EVENTSYS, addresses these challenges by providing an efficient platform for event creation, ticket booking, and management. It is important as it enhances user experience, reduces manual effort, and ensures accurate record maintenance. In real-world scenarios, such systems are widely used in universities, conferences, and large-scale events. EVENTSYS is a dynamic web-based application that enables users to browse events, book tickets, and receive instant confirmations, while administrators can manage events and monitor bookings effectively.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56624" y="1945228"/>
            <a:ext cx="15082325" cy="3539430"/>
          </a:xfrm>
          <a:prstGeom prst="rect">
            <a:avLst/>
          </a:prstGeom>
          <a:noFill/>
        </p:spPr>
        <p:txBody>
          <a:bodyPr wrap="square" rtlCol="0">
            <a:spAutoFit/>
          </a:bodyPr>
          <a:lstStyle/>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management of campus events is often carried out using manual or semi-digital methods, which leads to inefficiencies such as data inconsistency, poor coordination, and lack of transparency. Participants face difficulties in accessing event information and booking tickets, while organizers struggle with tracking registrations and managing resources. The absence of a centralized system results in delays, errors, and communication gaps. Additionally, there is no proper mechanism for real-time updates or automated confirmations. This creates inconvenience for both users and administrators. Therefore, there is a need for a reliable and integrated platform that can streamline event management and ticketing processes efficiently.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 name="Rectangle 1">
            <a:extLst>
              <a:ext uri="{FF2B5EF4-FFF2-40B4-BE49-F238E27FC236}">
                <a16:creationId xmlns:a16="http://schemas.microsoft.com/office/drawing/2014/main" id="{13F666A2-BCA9-BDB1-ADC2-F70931AF0D9E}"/>
              </a:ext>
            </a:extLst>
          </p:cNvPr>
          <p:cNvSpPr>
            <a:spLocks noChangeArrowheads="1"/>
          </p:cNvSpPr>
          <p:nvPr/>
        </p:nvSpPr>
        <p:spPr bwMode="auto">
          <a:xfrm>
            <a:off x="1905000" y="2496562"/>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Rectangle 1">
            <a:extLst>
              <a:ext uri="{FF2B5EF4-FFF2-40B4-BE49-F238E27FC236}">
                <a16:creationId xmlns:a16="http://schemas.microsoft.com/office/drawing/2014/main" id="{8D3C2A77-A92C-CFBD-E1DE-B17D24D12384}"/>
              </a:ext>
            </a:extLst>
          </p:cNvPr>
          <p:cNvSpPr>
            <a:spLocks noChangeArrowheads="1"/>
          </p:cNvSpPr>
          <p:nvPr/>
        </p:nvSpPr>
        <p:spPr bwMode="auto">
          <a:xfrm>
            <a:off x="2971800" y="3110258"/>
            <a:ext cx="11201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Develop a centralized platform to manage campus events efficiently</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Enable users to view events, book tickets, and get instant confirmations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Provide admins with tools to create, update, and monitor events </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54166" y="2354816"/>
            <a:ext cx="15082325" cy="3108543"/>
          </a:xfrm>
          <a:prstGeom prst="rect">
            <a:avLst/>
          </a:prstGeom>
          <a:noFill/>
        </p:spPr>
        <p:txBody>
          <a:bodyPr wrap="square" rtlCol="0">
            <a:spAutoFit/>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Provides a centralized web platform for managing all campus events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Allows users to easily browse events and book tickets online Enables real-time updates on event</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 details and ticket availability Automates booking confirmation through instant notifications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Reduces manual errors and improves data accuracy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Simplifies event management for administrators with a dedicated dashboard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Enhances user experience with a smooth and interactive interface</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 More efficient and cost-effective compared to traditional/manual systems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1C1344CC-3093-9579-407C-E13BCCB1C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65" y="1209579"/>
            <a:ext cx="11092669" cy="8877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C7D1F4F-31D7-316C-32AE-E8D1E57CCAD0}"/>
              </a:ext>
            </a:extLst>
          </p:cNvPr>
          <p:cNvPicPr>
            <a:picLocks noChangeAspect="1"/>
          </p:cNvPicPr>
          <p:nvPr/>
        </p:nvPicPr>
        <p:blipFill>
          <a:blip r:embed="rId3"/>
          <a:srcRect t="8038"/>
          <a:stretch>
            <a:fillRect/>
          </a:stretch>
        </p:blipFill>
        <p:spPr>
          <a:xfrm>
            <a:off x="2209800" y="1741462"/>
            <a:ext cx="15082325" cy="75681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526297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Frontend: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React.js, HTML, CSS, JavaScript</a:t>
            </a:r>
          </a:p>
          <a:p>
            <a:r>
              <a:rPr lang="en-IN" sz="2800" b="1" dirty="0">
                <a:latin typeface="Times New Roman" panose="02020603050405020304" pitchFamily="18" charset="0"/>
                <a:cs typeface="Times New Roman" panose="02020603050405020304" pitchFamily="18" charset="0"/>
              </a:rPr>
              <a:t>Backend: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Node.js, Express.js</a:t>
            </a:r>
          </a:p>
          <a:p>
            <a:r>
              <a:rPr lang="en-IN" sz="2800" b="1" dirty="0">
                <a:latin typeface="Times New Roman" panose="02020603050405020304" pitchFamily="18" charset="0"/>
                <a:cs typeface="Times New Roman" panose="02020603050405020304" pitchFamily="18" charset="0"/>
              </a:rPr>
              <a:t>Database: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MySQL/H2 Console</a:t>
            </a:r>
          </a:p>
          <a:p>
            <a:r>
              <a:rPr lang="en-IN" sz="2800" b="1" dirty="0">
                <a:latin typeface="Times New Roman" panose="02020603050405020304" pitchFamily="18" charset="0"/>
                <a:cs typeface="Times New Roman" panose="02020603050405020304" pitchFamily="18" charset="0"/>
              </a:rPr>
              <a:t>Third-Party API:</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Nodemailer (for email notifications)</a:t>
            </a:r>
          </a:p>
          <a:p>
            <a:r>
              <a:rPr lang="en-IN" sz="2800" b="1" dirty="0">
                <a:latin typeface="Times New Roman" panose="02020603050405020304" pitchFamily="18" charset="0"/>
                <a:cs typeface="Times New Roman" panose="02020603050405020304" pitchFamily="18" charset="0"/>
              </a:rPr>
              <a:t>Tools: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VS Code</a:t>
            </a:r>
          </a:p>
          <a:p>
            <a:r>
              <a:rPr lang="en-IN" sz="2800" b="1" dirty="0">
                <a:latin typeface="Times New Roman" panose="02020603050405020304" pitchFamily="18" charset="0"/>
                <a:cs typeface="Times New Roman" panose="02020603050405020304" pitchFamily="18" charset="0"/>
              </a:rPr>
              <a:t>Hardware/Software Requirements: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Intel i3 or above, 4GB RAM (minimum), Windows, Web Browser (Chrome), Node.js installed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23018" y="1281147"/>
            <a:ext cx="15082325" cy="9571851"/>
          </a:xfrm>
          <a:prstGeom prst="rect">
            <a:avLst/>
          </a:prstGeom>
          <a:noFill/>
        </p:spPr>
        <p:txBody>
          <a:bodyPr wrap="square" rtlCol="0">
            <a:spAutoFit/>
          </a:bodyPr>
          <a:lstStyle/>
          <a:p>
            <a:endParaRPr lang="en-IN" sz="2800" b="1" dirty="0"/>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1 – User Booking</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Select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 ticket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2 – Confirmation</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Displays user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Shows event info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Proceed to payment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3 – Payment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card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Simulated payment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Booking confirmation alert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4 – Admin Panel</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Add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Delete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View bookings</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A4FBE6F-9967-9B5B-FCDE-ECD4C9D1E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185765"/>
            <a:ext cx="6934200" cy="4406254"/>
          </a:xfrm>
          <a:prstGeom prst="rect">
            <a:avLst/>
          </a:prstGeom>
        </p:spPr>
      </p:pic>
      <p:pic>
        <p:nvPicPr>
          <p:cNvPr id="6" name="Picture 5">
            <a:extLst>
              <a:ext uri="{FF2B5EF4-FFF2-40B4-BE49-F238E27FC236}">
                <a16:creationId xmlns:a16="http://schemas.microsoft.com/office/drawing/2014/main" id="{D028F828-D148-3CC8-A996-F5F443EA66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7946" y="4913972"/>
            <a:ext cx="8560812" cy="4869169"/>
          </a:xfrm>
          <a:prstGeom prst="rect">
            <a:avLst/>
          </a:prstGeom>
        </p:spPr>
      </p:pic>
      <p:sp>
        <p:nvSpPr>
          <p:cNvPr id="41" name="TextBox 40">
            <a:extLst>
              <a:ext uri="{FF2B5EF4-FFF2-40B4-BE49-F238E27FC236}">
                <a16:creationId xmlns:a16="http://schemas.microsoft.com/office/drawing/2014/main" id="{24FCF256-FEB8-FECE-E0D8-573D95B66FD7}"/>
              </a:ext>
            </a:extLst>
          </p:cNvPr>
          <p:cNvSpPr txBox="1"/>
          <p:nvPr/>
        </p:nvSpPr>
        <p:spPr>
          <a:xfrm>
            <a:off x="3536087" y="5650099"/>
            <a:ext cx="14210674" cy="523220"/>
          </a:xfrm>
          <a:prstGeom prst="rect">
            <a:avLst/>
          </a:prstGeom>
          <a:noFill/>
        </p:spPr>
        <p:txBody>
          <a:bodyPr wrap="square">
            <a:spAutoFit/>
          </a:bodyPr>
          <a:lstStyle/>
          <a:p>
            <a:r>
              <a:rPr lang="fr-FR" sz="2800" dirty="0">
                <a:latin typeface="Times New Roman" panose="02020603050405020304" pitchFamily="18" charset="0"/>
                <a:cs typeface="Times New Roman" panose="02020603050405020304" pitchFamily="18" charset="0"/>
              </a:rPr>
              <a:t>Figure : User Login Page</a:t>
            </a:r>
            <a:endParaRPr lang="en-IN" sz="28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1E70AE91-80D3-BFAB-73E0-2344ED73540D}"/>
              </a:ext>
            </a:extLst>
          </p:cNvPr>
          <p:cNvSpPr txBox="1"/>
          <p:nvPr/>
        </p:nvSpPr>
        <p:spPr>
          <a:xfrm>
            <a:off x="11814148" y="9700693"/>
            <a:ext cx="14210674" cy="523220"/>
          </a:xfrm>
          <a:prstGeom prst="rect">
            <a:avLst/>
          </a:prstGeom>
          <a:noFill/>
        </p:spPr>
        <p:txBody>
          <a:bodyPr wrap="square">
            <a:spAutoFit/>
          </a:bodyPr>
          <a:lstStyle/>
          <a:p>
            <a:r>
              <a:rPr lang="fr-FR" sz="2800" dirty="0">
                <a:latin typeface="Times New Roman" panose="02020603050405020304" pitchFamily="18" charset="0"/>
                <a:cs typeface="Times New Roman" panose="02020603050405020304" pitchFamily="18" charset="0"/>
              </a:rPr>
              <a:t>Figure : User Registration Page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5C85AD6-7A7D-0D84-51B2-4C843C69C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1191" y="1179778"/>
            <a:ext cx="9067800" cy="8277710"/>
          </a:xfrm>
          <a:prstGeom prst="rect">
            <a:avLst/>
          </a:prstGeom>
        </p:spPr>
      </p:pic>
      <p:sp>
        <p:nvSpPr>
          <p:cNvPr id="5" name="TextBox 4">
            <a:extLst>
              <a:ext uri="{FF2B5EF4-FFF2-40B4-BE49-F238E27FC236}">
                <a16:creationId xmlns:a16="http://schemas.microsoft.com/office/drawing/2014/main" id="{09AF30DD-1736-FFEF-602B-D7E8D5F6FEEB}"/>
              </a:ext>
            </a:extLst>
          </p:cNvPr>
          <p:cNvSpPr txBox="1"/>
          <p:nvPr/>
        </p:nvSpPr>
        <p:spPr>
          <a:xfrm>
            <a:off x="6333720" y="9486295"/>
            <a:ext cx="14210674"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Figure : Event Booking Interface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C891DAE-0877-CFF6-85FC-AA33C951A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8967" y="1416709"/>
            <a:ext cx="7559434" cy="4576956"/>
          </a:xfrm>
          <a:prstGeom prst="rect">
            <a:avLst/>
          </a:prstGeom>
        </p:spPr>
      </p:pic>
      <p:pic>
        <p:nvPicPr>
          <p:cNvPr id="6" name="Picture 5">
            <a:extLst>
              <a:ext uri="{FF2B5EF4-FFF2-40B4-BE49-F238E27FC236}">
                <a16:creationId xmlns:a16="http://schemas.microsoft.com/office/drawing/2014/main" id="{699F73E0-2996-3583-66B4-345A76F08A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30543" y="5119730"/>
            <a:ext cx="6397975" cy="4486522"/>
          </a:xfrm>
          <a:prstGeom prst="rect">
            <a:avLst/>
          </a:prstGeom>
          <a:ln>
            <a:solidFill>
              <a:schemeClr val="tx1"/>
            </a:solidFill>
          </a:ln>
        </p:spPr>
      </p:pic>
      <p:sp>
        <p:nvSpPr>
          <p:cNvPr id="39" name="TextBox 38">
            <a:extLst>
              <a:ext uri="{FF2B5EF4-FFF2-40B4-BE49-F238E27FC236}">
                <a16:creationId xmlns:a16="http://schemas.microsoft.com/office/drawing/2014/main" id="{1117535C-0099-E316-A883-933CF33C3231}"/>
              </a:ext>
            </a:extLst>
          </p:cNvPr>
          <p:cNvSpPr txBox="1"/>
          <p:nvPr/>
        </p:nvSpPr>
        <p:spPr>
          <a:xfrm>
            <a:off x="10667435" y="9606252"/>
            <a:ext cx="14210674"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Figure : Booking Confirmation Email </a:t>
            </a:r>
            <a:endParaRPr lang="en-IN" sz="28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D92C1979-957E-DF8B-A6A1-01B1FAA31671}"/>
              </a:ext>
            </a:extLst>
          </p:cNvPr>
          <p:cNvSpPr txBox="1"/>
          <p:nvPr/>
        </p:nvSpPr>
        <p:spPr>
          <a:xfrm>
            <a:off x="4217124" y="6044142"/>
            <a:ext cx="14210674"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Figure : Payment Page</a:t>
            </a: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a:extLst>
              <a:ext uri="{FF2B5EF4-FFF2-40B4-BE49-F238E27FC236}">
                <a16:creationId xmlns:a16="http://schemas.microsoft.com/office/drawing/2014/main" id="{18A726F5-FF85-8BF7-1CAA-992016D4CA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9477" y="1413834"/>
            <a:ext cx="12774808" cy="8335538"/>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42B8C803-807B-62E7-EBF0-EDA2230AF3C4}"/>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7FBCFA6-E674-1E66-4212-4C8D67DE6CB2}"/>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DA26A2D0-0255-744F-AB3A-A5304F2DFD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C91D92DA-BABC-5E12-1D65-AF78A2484B18}"/>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373BDBAC-01D9-876A-EB03-3778A90FDCF6}"/>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9FD2409-32EA-CD45-5625-962C0AB4C13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4E82D017-AA46-8CD6-C90F-A60D73E722A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095D6B4-B721-98FE-D3F1-E4690ABD973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9E85C14-6C48-55A4-B3BB-F878AEC40CB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67423AED-0AD8-E5FC-3240-D97C5B2762A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77008307-1131-5C5A-8CC4-3848E90485E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97A7EBF-566F-2347-B202-3AF2011ED60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9038E1FA-722D-D6CC-C72A-36677DB9B1C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3CB2F75-55DF-6928-9AB7-13A4BFD0CE4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0A7BBB65-8EEC-1524-0646-1372482E50B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3462773-1C95-C18F-5A97-5C4C5F69337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7597636B-A531-99A1-5BAC-EE462F3DD4A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31E7BD-3017-085D-AA3E-FE6B875E27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A8A70A27-AFEE-A50F-2F3D-9C60C01227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27573D08-C4B9-5CA0-0879-B60074C0AA5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1DD07001-729A-D0A4-E23E-ABAE8885174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A7C7CB47-DEBF-7DD6-8A7A-7178D3957E8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7D0589FC-AFA8-5E6E-EDB5-61BDE4E7D280}"/>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A430C5F-E37A-9D91-723B-FC3B90765E7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8C36B4F0-56B9-A06B-6506-BEEE5AAC12B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CD8F677B-B82B-BDC2-5A45-C4150DED1519}"/>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31820B3-1052-A297-B861-158487E5C1A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2B4D4627-BB72-9D87-0DA9-53E86B5C8AC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66D28532-9E8E-E625-49A2-D51BCBB450C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DBECB42-0E33-5F26-181E-D80F08FF3A5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0C7B3C9D-FDBF-EF2A-FD8C-47345FBE523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B32F0B66-894C-6E2B-A17E-B0DE8FFAB7D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271A5D92-158E-45C4-2B33-59866741482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ABEB63E-D38C-B099-195A-2310B0DDB998}"/>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CCF46DD-5775-C698-104F-4C46DD3F82F8}"/>
              </a:ext>
            </a:extLst>
          </p:cNvPr>
          <p:cNvPicPr>
            <a:picLocks noChangeAspect="1"/>
          </p:cNvPicPr>
          <p:nvPr/>
        </p:nvPicPr>
        <p:blipFill>
          <a:blip r:embed="rId3"/>
          <a:srcRect l="13677" t="10611" r="43080" b="38405"/>
          <a:stretch>
            <a:fillRect/>
          </a:stretch>
        </p:blipFill>
        <p:spPr>
          <a:xfrm>
            <a:off x="2052800" y="1173897"/>
            <a:ext cx="6063028" cy="4020911"/>
          </a:xfrm>
          <a:prstGeom prst="rect">
            <a:avLst/>
          </a:prstGeom>
        </p:spPr>
      </p:pic>
      <p:pic>
        <p:nvPicPr>
          <p:cNvPr id="4" name="Picture 3">
            <a:extLst>
              <a:ext uri="{FF2B5EF4-FFF2-40B4-BE49-F238E27FC236}">
                <a16:creationId xmlns:a16="http://schemas.microsoft.com/office/drawing/2014/main" id="{33C6715F-59CA-D37F-AEA5-717CBE046C1D}"/>
              </a:ext>
            </a:extLst>
          </p:cNvPr>
          <p:cNvPicPr>
            <a:picLocks noChangeAspect="1"/>
          </p:cNvPicPr>
          <p:nvPr/>
        </p:nvPicPr>
        <p:blipFill>
          <a:blip r:embed="rId4"/>
          <a:srcRect l="13587" t="11412" r="54577" b="46033"/>
          <a:stretch>
            <a:fillRect/>
          </a:stretch>
        </p:blipFill>
        <p:spPr>
          <a:xfrm>
            <a:off x="9057924" y="1146935"/>
            <a:ext cx="5822101" cy="4377565"/>
          </a:xfrm>
          <a:prstGeom prst="rect">
            <a:avLst/>
          </a:prstGeom>
        </p:spPr>
      </p:pic>
      <p:pic>
        <p:nvPicPr>
          <p:cNvPr id="6" name="Picture 5">
            <a:extLst>
              <a:ext uri="{FF2B5EF4-FFF2-40B4-BE49-F238E27FC236}">
                <a16:creationId xmlns:a16="http://schemas.microsoft.com/office/drawing/2014/main" id="{5AD85082-9805-A711-8183-C4036D2CF3DE}"/>
              </a:ext>
            </a:extLst>
          </p:cNvPr>
          <p:cNvPicPr>
            <a:picLocks noChangeAspect="1"/>
          </p:cNvPicPr>
          <p:nvPr/>
        </p:nvPicPr>
        <p:blipFill>
          <a:blip r:embed="rId5"/>
          <a:srcRect l="13408" t="12299" r="48941" b="39630"/>
          <a:stretch>
            <a:fillRect/>
          </a:stretch>
        </p:blipFill>
        <p:spPr>
          <a:xfrm>
            <a:off x="4258043" y="5659211"/>
            <a:ext cx="6249664" cy="4488376"/>
          </a:xfrm>
          <a:prstGeom prst="rect">
            <a:avLst/>
          </a:prstGeom>
        </p:spPr>
      </p:pic>
    </p:spTree>
    <p:extLst>
      <p:ext uri="{BB962C8B-B14F-4D97-AF65-F5344CB8AC3E}">
        <p14:creationId xmlns:p14="http://schemas.microsoft.com/office/powerpoint/2010/main" val="1139551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6">
            <a:extLst>
              <a:ext uri="{FF2B5EF4-FFF2-40B4-BE49-F238E27FC236}">
                <a16:creationId xmlns:a16="http://schemas.microsoft.com/office/drawing/2014/main" id="{FA405478-0BA8-4A85-A81A-B9346174FE61}"/>
              </a:ext>
            </a:extLst>
          </p:cNvPr>
          <p:cNvSpPr txBox="1"/>
          <p:nvPr/>
        </p:nvSpPr>
        <p:spPr>
          <a:xfrm>
            <a:off x="17817087" y="290493"/>
            <a:ext cx="8932970" cy="9319492"/>
          </a:xfrm>
          <a:prstGeom prst="rect">
            <a:avLst/>
          </a:prstGeom>
        </p:spPr>
        <p:txBody>
          <a:bodyPr lIns="50800" tIns="50800" rIns="50800" bIns="50800" rtlCol="0" anchor="ctr"/>
          <a:lstStyle/>
          <a:p>
            <a:pPr algn="ctr">
              <a:lnSpc>
                <a:spcPts val="2659"/>
              </a:lnSpc>
            </a:pPr>
            <a:endParaRPr/>
          </a:p>
        </p:txBody>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5DA98C-EF64-4FC9-6D49-B83F896B1B65}"/>
              </a:ext>
            </a:extLst>
          </p:cNvPr>
          <p:cNvSpPr txBox="1"/>
          <p:nvPr/>
        </p:nvSpPr>
        <p:spPr>
          <a:xfrm>
            <a:off x="2480478" y="2117190"/>
            <a:ext cx="14051280" cy="6555641"/>
          </a:xfrm>
          <a:prstGeom prst="rect">
            <a:avLst/>
          </a:prstGeom>
          <a:noFill/>
        </p:spPr>
        <p:txBody>
          <a:bodyPr wrap="square">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Advantages:</a:t>
            </a:r>
          </a:p>
          <a:p>
            <a:endParaRPr lang="en-US" sz="2800"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real payment gateway</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database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Single admin system</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authentication security</a:t>
            </a: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B245D77-6823-5EEC-FDC6-E2A6D9E2945C}"/>
              </a:ext>
            </a:extLst>
          </p:cNvPr>
          <p:cNvSpPr>
            <a:spLocks noChangeArrowheads="1"/>
          </p:cNvSpPr>
          <p:nvPr/>
        </p:nvSpPr>
        <p:spPr bwMode="auto">
          <a:xfrm>
            <a:off x="2480478" y="3048393"/>
            <a:ext cx="403597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Easy ticket booking</a:t>
            </a:r>
            <a:endParaRPr lang="en-US" sz="28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Centralized system</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Admin control</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event display</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Simple UI</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708</TotalTime>
  <Words>804</Words>
  <Application>Microsoft Office PowerPoint</Application>
  <PresentationFormat>Custom</PresentationFormat>
  <Paragraphs>263</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Wingdings</vt:lpstr>
      <vt:lpstr>Calibri</vt:lpstr>
      <vt:lpstr>Gotham Bold Italics</vt:lpstr>
      <vt:lpstr>Arial</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 P</dc:creator>
  <cp:lastModifiedBy>likhithareddy35@outlook.com</cp:lastModifiedBy>
  <cp:revision>22</cp:revision>
  <dcterms:created xsi:type="dcterms:W3CDTF">2006-08-16T00:00:00Z</dcterms:created>
  <dcterms:modified xsi:type="dcterms:W3CDTF">2026-05-05T16:53:09Z</dcterms:modified>
  <dc:identifier>DAHCaYqJ9OU</dc:identifier>
</cp:coreProperties>
</file>
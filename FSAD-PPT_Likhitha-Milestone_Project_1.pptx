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Gotham" panose="020B0604020202020204" charset="0"/>
      <p:regular r:id="rId21"/>
    </p:embeddedFont>
    <p:embeddedFont>
      <p:font typeface="Gotham Bold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23-03-2026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Wise: Relational Expense Analytics Platform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N.LIKHITHA KUMARI – VTU26510 – 23UECS0823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1506200" y="7818586"/>
            <a:ext cx="6705600" cy="27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Hemamalini,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Assistant.Professor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(Sr Grade)-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SDG: 8 – Decent Work and Economic Growth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2448434"/>
            <a:ext cx="15082325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Wise – Expense Tracker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web-based application developed using Spring Boot and Maven.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Securely login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expenses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and delete expenses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budget summary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monthly financial report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report as PDF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system automatically calculates: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Expenses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Balance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Health Status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manage salary and spending efficiently.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56624" y="1945228"/>
            <a:ext cx="15082325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expense tracking methods are inefficient and error-prone, lacking real-time visibility and proper organization. Therefore, a secure and automated system is required to manage expenses accurately, monitor budgets instantly, and generate structured reports with PDF export.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personal expenses manually leads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errors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tracking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balance visibility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storage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structured reporting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there is a need for: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login-based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expense calculation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budget monitoring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database storage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with PDF export</a:t>
            </a: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666A2-BCA9-BDB1-ADC2-F70931AF0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496562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3C2A77-A92C-CFBD-E1DE-B17D24D12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679372"/>
            <a:ext cx="11201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secure login system using Spring 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CRUD operations (Add, Edit, Delete expenses)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real-time budget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store expense data in a relational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 monthly expense report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allow PDF report download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74571" y="2113146"/>
            <a:ext cx="15082325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Spring Boot based web application.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Features: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summary dashboard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Expense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Expense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Expense with confirmation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exceeded warning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report generation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download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system automatically: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total expenses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remaining balance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financial health message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9200CC-FA9C-4D40-C497-D21B2F0338C6}"/>
              </a:ext>
            </a:extLst>
          </p:cNvPr>
          <p:cNvSpPr txBox="1"/>
          <p:nvPr/>
        </p:nvSpPr>
        <p:spPr>
          <a:xfrm>
            <a:off x="3962400" y="6974153"/>
            <a:ext cx="115111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enters expense and salary details through the web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validates data and calculates total expenses and remaining balance.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expense records are stored and managed in a MySQL relational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expense records are stored and managed in a MySQL relational database.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C538226-5982-66A4-19C9-A1031288C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74"/>
          <a:stretch>
            <a:fillRect/>
          </a:stretch>
        </p:blipFill>
        <p:spPr>
          <a:xfrm>
            <a:off x="4419600" y="1628494"/>
            <a:ext cx="9032662" cy="529467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85D14-F18D-5F17-B034-806DA3936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22" r="-557"/>
          <a:stretch>
            <a:fillRect/>
          </a:stretch>
        </p:blipFill>
        <p:spPr>
          <a:xfrm>
            <a:off x="2860810" y="1790700"/>
            <a:ext cx="12566380" cy="728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MVC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IDE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Browser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3018" y="1281147"/>
            <a:ext cx="15082325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User Authentication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 &amp; password 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implementation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Expense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Expense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Expense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Expense (confirmation popup)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Budget Summary</a:t>
            </a:r>
          </a:p>
          <a:p>
            <a:pPr marL="514350" indent="-514350">
              <a:buFont typeface="+mj-lt"/>
              <a:buAutoNum type="alphaLcParenR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Expense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Balance</a:t>
            </a:r>
          </a:p>
          <a:p>
            <a:pPr marL="514350" indent="-514350">
              <a:buFont typeface="+mj-lt"/>
              <a:buAutoNum type="alphaLcParenR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"Great! You saved ₹..."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"Expenses Exceeded Salary!"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Report Generation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monthly report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financial health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PDF download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58A0E3-0B86-FA45-AF1D-47B1699749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160" y="1318063"/>
            <a:ext cx="7342643" cy="41302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E5E47D-C367-715F-D864-713494C1D13A}"/>
              </a:ext>
            </a:extLst>
          </p:cNvPr>
          <p:cNvSpPr txBox="1"/>
          <p:nvPr/>
        </p:nvSpPr>
        <p:spPr>
          <a:xfrm>
            <a:off x="1735546" y="5467377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Page: Secure Login Page implemented using Spring Security for user authentication.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21A57D-3BA4-E7CA-6340-0E38D1FD6A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372" y="5928855"/>
            <a:ext cx="7543800" cy="424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53B773-1892-224E-39C2-ED65DFEAA1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076" y="1199819"/>
            <a:ext cx="7010988" cy="3943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B0FAC7-5047-F729-AA96-DB7AB61941E0}"/>
              </a:ext>
            </a:extLst>
          </p:cNvPr>
          <p:cNvSpPr txBox="1"/>
          <p:nvPr/>
        </p:nvSpPr>
        <p:spPr>
          <a:xfrm>
            <a:off x="1635007" y="5116971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Error Page: Login Error Message displayed for invalid username or password credentials.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810861E-C930-0BDB-7DD6-DF022B53E6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147" y="5650822"/>
            <a:ext cx="7620053" cy="428628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F47348C-36C8-5104-540E-B7FA78E83783}"/>
              </a:ext>
            </a:extLst>
          </p:cNvPr>
          <p:cNvSpPr txBox="1"/>
          <p:nvPr/>
        </p:nvSpPr>
        <p:spPr>
          <a:xfrm>
            <a:off x="6002530" y="9888752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(Home Page)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Dashboard displaying Budget Summary including Salary, Total Expenses, and Remaining Balance.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D7A543-F2D5-194C-A083-A896D69E80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274" y="1084963"/>
            <a:ext cx="7078671" cy="39817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497CCA-D52D-249D-9958-6C806EC39E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485" y="1069611"/>
            <a:ext cx="7401187" cy="416316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86B81DD-5179-F666-BF90-70F36AE434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396" y="5677276"/>
            <a:ext cx="7525993" cy="423337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4C36F70-9EDD-E371-3D8A-7A047C40F1A5}"/>
              </a:ext>
            </a:extLst>
          </p:cNvPr>
          <p:cNvSpPr txBox="1"/>
          <p:nvPr/>
        </p:nvSpPr>
        <p:spPr>
          <a:xfrm>
            <a:off x="1612877" y="5047566"/>
            <a:ext cx="14210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Expense: Add Expense Module allowing users to enter description and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amount for new transactions</a:t>
            </a:r>
            <a:r>
              <a:rPr lang="en-US" b="1" dirty="0"/>
              <a:t>.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0350DC-7CB2-AA37-3BD1-557AB457AC40}"/>
              </a:ext>
            </a:extLst>
          </p:cNvPr>
          <p:cNvSpPr txBox="1"/>
          <p:nvPr/>
        </p:nvSpPr>
        <p:spPr>
          <a:xfrm>
            <a:off x="9474894" y="5194143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Expense: Edit Expense Page enabling modification of existing expense records.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74B110-E955-D6EE-ABDB-987404A53308}"/>
              </a:ext>
            </a:extLst>
          </p:cNvPr>
          <p:cNvSpPr txBox="1"/>
          <p:nvPr/>
        </p:nvSpPr>
        <p:spPr>
          <a:xfrm>
            <a:off x="4953000" y="9879658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Confirmation: Delete Confirmation Popup ensuring secure removal of selected expense records.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3DCC1EA-DC41-9F1D-66A0-37705C4F1D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180" y="1548020"/>
            <a:ext cx="7204764" cy="405268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E6B20D4-C9B4-DF63-09F9-C2AD52E37D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9621" y="4969123"/>
            <a:ext cx="8233202" cy="463117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2E3C8F6-FE72-5E6B-9C46-47CE78E2E49A}"/>
              </a:ext>
            </a:extLst>
          </p:cNvPr>
          <p:cNvSpPr txBox="1"/>
          <p:nvPr/>
        </p:nvSpPr>
        <p:spPr>
          <a:xfrm>
            <a:off x="1832132" y="5581603"/>
            <a:ext cx="14210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Exceeded Warning: Alert Message displayed when total 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expenses exceed the defined salary limit.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118BDB-18F2-A5A6-FB2A-45DBB472AA16}"/>
              </a:ext>
            </a:extLst>
          </p:cNvPr>
          <p:cNvSpPr txBox="1"/>
          <p:nvPr/>
        </p:nvSpPr>
        <p:spPr>
          <a:xfrm>
            <a:off x="8001000" y="9567639"/>
            <a:ext cx="1421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Page: Monthly Expense Report summarizing total transactions and financial health status.</a:t>
            </a: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FA405478-0BA8-4A85-A81A-B9346174FE61}"/>
              </a:ext>
            </a:extLst>
          </p:cNvPr>
          <p:cNvSpPr txBox="1"/>
          <p:nvPr/>
        </p:nvSpPr>
        <p:spPr>
          <a:xfrm>
            <a:off x="17817087" y="290493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DA98C-EF64-4FC9-6D49-B83F896B1B65}"/>
              </a:ext>
            </a:extLst>
          </p:cNvPr>
          <p:cNvSpPr txBox="1"/>
          <p:nvPr/>
        </p:nvSpPr>
        <p:spPr>
          <a:xfrm>
            <a:off x="2480478" y="2117190"/>
            <a:ext cx="1405128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user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multi-user roles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cloud deployment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advanced 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mobile app version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B245D77-6823-5EEC-FDC6-E2A6D9E29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0478" y="2617507"/>
            <a:ext cx="518763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expense calculation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storage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implemented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health indicator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 report generation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UI design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814</Words>
  <Application>Microsoft Office PowerPoint</Application>
  <PresentationFormat>Custom</PresentationFormat>
  <Paragraphs>350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Times New Roman</vt:lpstr>
      <vt:lpstr>Calibri</vt:lpstr>
      <vt:lpstr>Arial</vt:lpstr>
      <vt:lpstr>Cambria</vt:lpstr>
      <vt:lpstr>Gotham Bold Italics</vt:lpstr>
      <vt:lpstr>Gotham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 P</dc:creator>
  <cp:lastModifiedBy>likhithareddy35@outlook.com</cp:lastModifiedBy>
  <cp:revision>15</cp:revision>
  <dcterms:created xsi:type="dcterms:W3CDTF">2006-08-16T00:00:00Z</dcterms:created>
  <dcterms:modified xsi:type="dcterms:W3CDTF">2026-03-22T16:49:20Z</dcterms:modified>
  <dc:identifier>DAHCaYqJ9OU</dc:identifier>
</cp:coreProperties>
</file>
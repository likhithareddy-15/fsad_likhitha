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mbria" panose="02040503050406030204" pitchFamily="18" charset="0"/>
      <p:regular r:id="rId17"/>
      <p:bold r:id="rId18"/>
      <p:italic r:id="rId19"/>
      <p:boldItalic r:id="rId20"/>
    </p:embeddedFont>
    <p:embeddedFont>
      <p:font typeface="Gotham" panose="020B0604020202020204" charset="0"/>
      <p:regular r:id="rId21"/>
    </p:embeddedFont>
    <p:embeddedFont>
      <p:font typeface="Gotham Bold Italics"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PROJECT REVIEW : MILESTONE PROJECT – 2</a:t>
            </a:r>
          </a:p>
          <a:p>
            <a:pPr algn="ctr"/>
            <a:endParaRPr lang="en-IN" sz="3600" b="1" dirty="0">
              <a:solidFill>
                <a:srgbClr val="C00000"/>
              </a:solidFill>
              <a:latin typeface="Times New Roman" panose="02020603050405020304" pitchFamily="18" charset="0"/>
              <a:cs typeface="Times New Roman" panose="02020603050405020304" pitchFamily="18" charset="0"/>
            </a:endParaRPr>
          </a:p>
          <a:p>
            <a:pPr algn="ctr"/>
            <a:r>
              <a:rPr lang="en-IN" sz="3600" b="1" dirty="0">
                <a:solidFill>
                  <a:srgbClr val="C00000"/>
                </a:solidFill>
                <a:latin typeface="Times New Roman" panose="02020603050405020304" pitchFamily="18" charset="0"/>
                <a:cs typeface="Times New Roman" panose="02020603050405020304" pitchFamily="18"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5895082"/>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Smart Event Management &amp; Ticket Booking System for Campus Events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a:t>
            </a:r>
            <a:r>
              <a:rPr lang="en-US" sz="3000" b="1" dirty="0">
                <a:latin typeface="Cambria" panose="02040503050406030204" pitchFamily="18" charset="0"/>
                <a:ea typeface="Cambria" panose="02040503050406030204" pitchFamily="18" charset="0"/>
              </a:rPr>
              <a:t> By:</a:t>
            </a:r>
          </a:p>
          <a:p>
            <a:pPr>
              <a:lnSpc>
                <a:spcPct val="150000"/>
              </a:lnSpc>
            </a:pPr>
            <a:r>
              <a:rPr lang="en-US" sz="3000" dirty="0">
                <a:latin typeface="Cambria" panose="02040503050406030204" pitchFamily="18" charset="0"/>
                <a:ea typeface="Cambria" panose="02040503050406030204" pitchFamily="18" charset="0"/>
              </a:rPr>
              <a:t>N.LIKHITHA KUMARI – VTU26510 – 23UECS0823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506200" y="7818586"/>
            <a:ext cx="6705600" cy="2776658"/>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a:t>
            </a:r>
            <a:r>
              <a:rPr lang="en-US" sz="3000" dirty="0" err="1">
                <a:latin typeface="Cambria" panose="02040503050406030204" pitchFamily="18" charset="0"/>
                <a:ea typeface="Cambria" panose="02040503050406030204" pitchFamily="18" charset="0"/>
              </a:rPr>
              <a:t>Assistant.Professor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(Sr Grade)-</a:t>
            </a:r>
            <a:r>
              <a:rPr lang="en-US" sz="3000" dirty="0" err="1">
                <a:latin typeface="Cambria" panose="02040503050406030204" pitchFamily="18" charset="0"/>
                <a:ea typeface="Cambria" panose="02040503050406030204" pitchFamily="18" charset="0"/>
              </a:rPr>
              <a:t>M.E,ph.D</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SDG: 9 – Industry , Innovation and Infrastructure</a:t>
            </a:r>
          </a:p>
          <a:p>
            <a:r>
              <a:rPr lang="en-US" sz="2000" dirty="0">
                <a:latin typeface="Times New Roman" panose="02020603050405020304" pitchFamily="18" charset="0"/>
                <a:cs typeface="Times New Roman" panose="02020603050405020304" pitchFamily="18" charset="0"/>
              </a:rPr>
              <a:t>SDG: 12- Responsible Consumption and Production</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01634" y="2353548"/>
            <a:ext cx="15082325" cy="7848302"/>
          </a:xfrm>
          <a:prstGeom prst="rect">
            <a:avLst/>
          </a:prstGeom>
          <a:noFill/>
        </p:spPr>
        <p:txBody>
          <a:bodyPr wrap="square" rtlCol="0">
            <a:spAutoFit/>
          </a:bodyPr>
          <a:lstStyle/>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Event Ticket Booking System</a:t>
            </a:r>
            <a:r>
              <a:rPr lang="en-US" sz="2800" dirty="0">
                <a:latin typeface="Times New Roman" panose="02020603050405020304" pitchFamily="18" charset="0"/>
                <a:cs typeface="Times New Roman" panose="02020603050405020304" pitchFamily="18" charset="0"/>
              </a:rPr>
              <a:t> is a web-based application developed using React JS and Node.js.</a:t>
            </a:r>
          </a:p>
          <a:p>
            <a:r>
              <a:rPr lang="en-US" sz="2800" b="1" dirty="0">
                <a:latin typeface="Times New Roman" panose="02020603050405020304" pitchFamily="18" charset="0"/>
                <a:cs typeface="Times New Roman" panose="02020603050405020304" pitchFamily="18" charset="0"/>
              </a:rPr>
              <a:t>    The system allows users to:</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available events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Select event and book tickets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Enter student details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Proceed to payment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Get booking confirmation </a:t>
            </a:r>
          </a:p>
          <a:p>
            <a:r>
              <a:rPr lang="en-US" sz="2800" b="1" dirty="0">
                <a:latin typeface="Times New Roman" panose="02020603050405020304" pitchFamily="18" charset="0"/>
                <a:cs typeface="Times New Roman" panose="02020603050405020304" pitchFamily="18" charset="0"/>
              </a:rPr>
              <a:t>     Admin can:</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events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Delete events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student bookings</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56624" y="1945228"/>
            <a:ext cx="15082325" cy="12588061"/>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Manual event booking systems are inefficient and lack proper organization, leading to difficulties in managing events and tracking participants. There is no centralized platform to handle bookings, resulting in errors, duplication, and lack of real-time updates. Therefore, an automated system is required to streamline the booking process, manage data efficiently, and provide better control for administrators.</a:t>
            </a: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Manual event booking leads to:</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centralized system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Ticket mismanagement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duplication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proper tracking of students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real-time availability </a:t>
            </a: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 there is a need for:</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Automated booking process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data storage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Real-time updates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 management system</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 name="Rectangle 1">
            <a:extLst>
              <a:ext uri="{FF2B5EF4-FFF2-40B4-BE49-F238E27FC236}">
                <a16:creationId xmlns:a16="http://schemas.microsoft.com/office/drawing/2014/main" id="{13F666A2-BCA9-BDB1-ADC2-F70931AF0D9E}"/>
              </a:ext>
            </a:extLst>
          </p:cNvPr>
          <p:cNvSpPr>
            <a:spLocks noChangeArrowheads="1"/>
          </p:cNvSpPr>
          <p:nvPr/>
        </p:nvSpPr>
        <p:spPr bwMode="auto">
          <a:xfrm>
            <a:off x="1905000" y="2496562"/>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Rectangle 1">
            <a:extLst>
              <a:ext uri="{FF2B5EF4-FFF2-40B4-BE49-F238E27FC236}">
                <a16:creationId xmlns:a16="http://schemas.microsoft.com/office/drawing/2014/main" id="{8D3C2A77-A92C-CFBD-E1DE-B17D24D12384}"/>
              </a:ext>
            </a:extLst>
          </p:cNvPr>
          <p:cNvSpPr>
            <a:spLocks noChangeArrowheads="1"/>
          </p:cNvSpPr>
          <p:nvPr/>
        </p:nvSpPr>
        <p:spPr bwMode="auto">
          <a:xfrm>
            <a:off x="2971800" y="2679372"/>
            <a:ext cx="11201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develop a React-based ticket booking UI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event booking system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store event &amp; booking data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provide admin control panel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payment simulation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display booking confirmation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54166" y="2354816"/>
            <a:ext cx="15082325" cy="10002738"/>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The proposed system is a React + Node.js web application</a:t>
            </a:r>
          </a:p>
          <a:p>
            <a:r>
              <a:rPr lang="en-US" sz="2800" b="1" dirty="0">
                <a:latin typeface="Times New Roman" panose="02020603050405020304" pitchFamily="18" charset="0"/>
                <a:cs typeface="Times New Roman" panose="02020603050405020304" pitchFamily="18" charset="0"/>
              </a:rPr>
              <a:t>      Features: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Event listing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Ticket booking form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Payment page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Booking confirmation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 dashboard </a:t>
            </a:r>
          </a:p>
          <a:p>
            <a:r>
              <a:rPr lang="en-US" sz="2800" b="1" dirty="0">
                <a:latin typeface="Times New Roman" panose="02020603050405020304" pitchFamily="18" charset="0"/>
                <a:cs typeface="Times New Roman" panose="02020603050405020304" pitchFamily="18" charset="0"/>
              </a:rPr>
              <a:t>System automatically: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Stores booking data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Displays event availability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Shows confirmation after payment</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3C9200CC-FA9C-4D40-C497-D21B2F0338C6}"/>
              </a:ext>
            </a:extLst>
          </p:cNvPr>
          <p:cNvSpPr txBox="1"/>
          <p:nvPr/>
        </p:nvSpPr>
        <p:spPr>
          <a:xfrm>
            <a:off x="3962400" y="7360355"/>
            <a:ext cx="11511116" cy="2677656"/>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User → React Frontend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React → Axios API Calls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Backend → Node.js (Express)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 → Stored in server </a:t>
            </a:r>
          </a:p>
          <a:p>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424DEBA-F737-666E-E631-4BCCA8B38E55}"/>
              </a:ext>
            </a:extLst>
          </p:cNvPr>
          <p:cNvPicPr>
            <a:picLocks noChangeAspect="1"/>
          </p:cNvPicPr>
          <p:nvPr/>
        </p:nvPicPr>
        <p:blipFill>
          <a:blip r:embed="rId3"/>
          <a:srcRect l="370" t="15757" r="998" b="21485"/>
          <a:stretch>
            <a:fillRect/>
          </a:stretch>
        </p:blipFill>
        <p:spPr>
          <a:xfrm>
            <a:off x="3070737" y="1449127"/>
            <a:ext cx="13294441" cy="56393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C7D1F4F-31D7-316C-32AE-E8D1E57CCAD0}"/>
              </a:ext>
            </a:extLst>
          </p:cNvPr>
          <p:cNvPicPr>
            <a:picLocks noChangeAspect="1"/>
          </p:cNvPicPr>
          <p:nvPr/>
        </p:nvPicPr>
        <p:blipFill>
          <a:blip r:embed="rId3"/>
          <a:srcRect t="8038"/>
          <a:stretch>
            <a:fillRect/>
          </a:stretch>
        </p:blipFill>
        <p:spPr>
          <a:xfrm>
            <a:off x="2209800" y="1741462"/>
            <a:ext cx="15082325" cy="75681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0864513"/>
          </a:xfrm>
          <a:prstGeom prst="rect">
            <a:avLst/>
          </a:prstGeom>
          <a:noFill/>
        </p:spPr>
        <p:txBody>
          <a:bodyPr wrap="square" rtlCol="0">
            <a:spAutoFit/>
          </a:bodyPr>
          <a:lstStyle/>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Frontend:</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React JS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CSS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HTML</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Backend:</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Node.js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Express.js</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Database:</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JSON/Local Storage(or server memory)</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Tools: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VS Code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Chrome Browser</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Axios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23018" y="1281147"/>
            <a:ext cx="15082325" cy="9571851"/>
          </a:xfrm>
          <a:prstGeom prst="rect">
            <a:avLst/>
          </a:prstGeom>
          <a:noFill/>
        </p:spPr>
        <p:txBody>
          <a:bodyPr wrap="square" rtlCol="0">
            <a:spAutoFit/>
          </a:bodyPr>
          <a:lstStyle/>
          <a:p>
            <a:endParaRPr lang="en-IN" sz="2800" b="1" dirty="0"/>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1 – User Booking</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Select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 ticket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2 – Confirmation</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Displays user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Shows event info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Proceed to payment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3 – Payment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card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Simulated payment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Booking confirmation alert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4 – Admin Panel</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Add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Delete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View bookings</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24145463-7BD5-9F6A-378E-47B528150363}"/>
              </a:ext>
            </a:extLst>
          </p:cNvPr>
          <p:cNvPicPr>
            <a:picLocks noChangeAspect="1"/>
          </p:cNvPicPr>
          <p:nvPr/>
        </p:nvPicPr>
        <p:blipFill>
          <a:blip r:embed="rId3">
            <a:extLst>
              <a:ext uri="{28A0092B-C50C-407E-A947-70E740481C1C}">
                <a14:useLocalDpi xmlns:a14="http://schemas.microsoft.com/office/drawing/2010/main" val="0"/>
              </a:ext>
            </a:extLst>
          </a:blip>
          <a:srcRect r="-115" b="29676"/>
          <a:stretch>
            <a:fillRect/>
          </a:stretch>
        </p:blipFill>
        <p:spPr>
          <a:xfrm>
            <a:off x="1981201" y="1173897"/>
            <a:ext cx="7467599" cy="4434721"/>
          </a:xfrm>
          <a:prstGeom prst="rect">
            <a:avLst/>
          </a:prstGeom>
          <a:ln>
            <a:solidFill>
              <a:schemeClr val="tx1"/>
            </a:solidFill>
          </a:ln>
        </p:spPr>
      </p:pic>
      <p:pic>
        <p:nvPicPr>
          <p:cNvPr id="38" name="Picture 37">
            <a:extLst>
              <a:ext uri="{FF2B5EF4-FFF2-40B4-BE49-F238E27FC236}">
                <a16:creationId xmlns:a16="http://schemas.microsoft.com/office/drawing/2014/main" id="{728E30FF-79A3-8F72-4FE6-62E52BA719AE}"/>
              </a:ext>
            </a:extLst>
          </p:cNvPr>
          <p:cNvPicPr>
            <a:picLocks noChangeAspect="1"/>
          </p:cNvPicPr>
          <p:nvPr/>
        </p:nvPicPr>
        <p:blipFill>
          <a:blip r:embed="rId4">
            <a:extLst>
              <a:ext uri="{28A0092B-C50C-407E-A947-70E740481C1C}">
                <a14:useLocalDpi xmlns:a14="http://schemas.microsoft.com/office/drawing/2010/main" val="0"/>
              </a:ext>
            </a:extLst>
          </a:blip>
          <a:srcRect r="413" b="43711"/>
          <a:stretch>
            <a:fillRect/>
          </a:stretch>
        </p:blipFill>
        <p:spPr>
          <a:xfrm>
            <a:off x="9777132" y="5143500"/>
            <a:ext cx="7658175" cy="4372515"/>
          </a:xfrm>
          <a:prstGeom prst="rect">
            <a:avLst/>
          </a:prstGeom>
          <a:ln>
            <a:solidFill>
              <a:schemeClr val="tx1"/>
            </a:solidFill>
          </a:ln>
        </p:spPr>
      </p:pic>
      <p:sp>
        <p:nvSpPr>
          <p:cNvPr id="40" name="TextBox 39">
            <a:extLst>
              <a:ext uri="{FF2B5EF4-FFF2-40B4-BE49-F238E27FC236}">
                <a16:creationId xmlns:a16="http://schemas.microsoft.com/office/drawing/2014/main" id="{675A80C5-8302-9805-41D6-E43D8AF7E34A}"/>
              </a:ext>
            </a:extLst>
          </p:cNvPr>
          <p:cNvSpPr txBox="1"/>
          <p:nvPr/>
        </p:nvSpPr>
        <p:spPr>
          <a:xfrm>
            <a:off x="2352874" y="5590536"/>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Home Page: User interface displaying events and ticket booking form</a:t>
            </a:r>
            <a:endParaRPr lang="en-IN" b="1"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CD5AAFCB-9EDF-59DA-B31F-8E4E9C748AEC}"/>
              </a:ext>
            </a:extLst>
          </p:cNvPr>
          <p:cNvSpPr txBox="1"/>
          <p:nvPr/>
        </p:nvSpPr>
        <p:spPr>
          <a:xfrm>
            <a:off x="9458211" y="9591411"/>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Booking Confirmation Page: Displays entered user details before proceeding to payment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6" name="Picture 45">
            <a:extLst>
              <a:ext uri="{FF2B5EF4-FFF2-40B4-BE49-F238E27FC236}">
                <a16:creationId xmlns:a16="http://schemas.microsoft.com/office/drawing/2014/main" id="{31B3DAA4-BF58-7281-C052-A25E2822E38B}"/>
              </a:ext>
            </a:extLst>
          </p:cNvPr>
          <p:cNvPicPr>
            <a:picLocks noChangeAspect="1"/>
          </p:cNvPicPr>
          <p:nvPr/>
        </p:nvPicPr>
        <p:blipFill>
          <a:blip r:embed="rId3">
            <a:extLst>
              <a:ext uri="{28A0092B-C50C-407E-A947-70E740481C1C}">
                <a14:useLocalDpi xmlns:a14="http://schemas.microsoft.com/office/drawing/2010/main" val="0"/>
              </a:ext>
            </a:extLst>
          </a:blip>
          <a:srcRect b="35813"/>
          <a:stretch>
            <a:fillRect/>
          </a:stretch>
        </p:blipFill>
        <p:spPr>
          <a:xfrm>
            <a:off x="1706453" y="1341444"/>
            <a:ext cx="7818547" cy="4366994"/>
          </a:xfrm>
          <a:prstGeom prst="rect">
            <a:avLst/>
          </a:prstGeom>
          <a:ln>
            <a:solidFill>
              <a:schemeClr val="tx1"/>
            </a:solidFill>
          </a:ln>
        </p:spPr>
      </p:pic>
      <p:sp>
        <p:nvSpPr>
          <p:cNvPr id="50" name="TextBox 49">
            <a:extLst>
              <a:ext uri="{FF2B5EF4-FFF2-40B4-BE49-F238E27FC236}">
                <a16:creationId xmlns:a16="http://schemas.microsoft.com/office/drawing/2014/main" id="{DF5AA2FE-5898-9ACE-6E1C-E86F2F83B5C3}"/>
              </a:ext>
            </a:extLst>
          </p:cNvPr>
          <p:cNvSpPr txBox="1"/>
          <p:nvPr/>
        </p:nvSpPr>
        <p:spPr>
          <a:xfrm>
            <a:off x="2162160" y="5649997"/>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Payment Page: User enters card details to complete ticket booking</a:t>
            </a:r>
            <a:endParaRPr lang="en-IN" b="1"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31B7CC2B-D940-B188-90CF-C87140AC7C20}"/>
              </a:ext>
            </a:extLst>
          </p:cNvPr>
          <p:cNvPicPr>
            <a:picLocks noChangeAspect="1"/>
          </p:cNvPicPr>
          <p:nvPr/>
        </p:nvPicPr>
        <p:blipFill>
          <a:blip r:embed="rId4"/>
          <a:stretch>
            <a:fillRect/>
          </a:stretch>
        </p:blipFill>
        <p:spPr>
          <a:xfrm>
            <a:off x="9930657" y="5450844"/>
            <a:ext cx="7118438" cy="4391025"/>
          </a:xfrm>
          <a:prstGeom prst="rect">
            <a:avLst/>
          </a:prstGeom>
        </p:spPr>
      </p:pic>
      <p:sp>
        <p:nvSpPr>
          <p:cNvPr id="54" name="TextBox 53">
            <a:extLst>
              <a:ext uri="{FF2B5EF4-FFF2-40B4-BE49-F238E27FC236}">
                <a16:creationId xmlns:a16="http://schemas.microsoft.com/office/drawing/2014/main" id="{472451DA-0252-0264-D8EF-04FF56AA0539}"/>
              </a:ext>
            </a:extLst>
          </p:cNvPr>
          <p:cNvSpPr txBox="1"/>
          <p:nvPr/>
        </p:nvSpPr>
        <p:spPr>
          <a:xfrm>
            <a:off x="9531246" y="9817732"/>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Payment Success Alert: Confirmation message indicating successful ticket booking</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4EF536-C318-422E-2FC7-011B3AB1D838}"/>
              </a:ext>
            </a:extLst>
          </p:cNvPr>
          <p:cNvPicPr>
            <a:picLocks noChangeAspect="1"/>
          </p:cNvPicPr>
          <p:nvPr/>
        </p:nvPicPr>
        <p:blipFill>
          <a:blip r:embed="rId3">
            <a:extLst>
              <a:ext uri="{28A0092B-C50C-407E-A947-70E740481C1C}">
                <a14:useLocalDpi xmlns:a14="http://schemas.microsoft.com/office/drawing/2010/main" val="0"/>
              </a:ext>
            </a:extLst>
          </a:blip>
          <a:srcRect r="670" b="19144"/>
          <a:stretch>
            <a:fillRect/>
          </a:stretch>
        </p:blipFill>
        <p:spPr>
          <a:xfrm>
            <a:off x="9595272" y="5649969"/>
            <a:ext cx="7146773" cy="4135149"/>
          </a:xfrm>
          <a:prstGeom prst="rect">
            <a:avLst/>
          </a:prstGeom>
          <a:ln>
            <a:solidFill>
              <a:schemeClr val="tx1"/>
            </a:solidFill>
          </a:ln>
        </p:spPr>
      </p:pic>
      <p:pic>
        <p:nvPicPr>
          <p:cNvPr id="45" name="Picture 44">
            <a:extLst>
              <a:ext uri="{FF2B5EF4-FFF2-40B4-BE49-F238E27FC236}">
                <a16:creationId xmlns:a16="http://schemas.microsoft.com/office/drawing/2014/main" id="{339FB856-6C46-8320-A0CC-E2337C1D6110}"/>
              </a:ext>
            </a:extLst>
          </p:cNvPr>
          <p:cNvPicPr>
            <a:picLocks noChangeAspect="1"/>
          </p:cNvPicPr>
          <p:nvPr/>
        </p:nvPicPr>
        <p:blipFill>
          <a:blip r:embed="rId4"/>
          <a:stretch>
            <a:fillRect/>
          </a:stretch>
        </p:blipFill>
        <p:spPr>
          <a:xfrm>
            <a:off x="1868485" y="1247746"/>
            <a:ext cx="7161688" cy="4402223"/>
          </a:xfrm>
          <a:prstGeom prst="rect">
            <a:avLst/>
          </a:prstGeom>
        </p:spPr>
      </p:pic>
      <p:sp>
        <p:nvSpPr>
          <p:cNvPr id="48" name="TextBox 47">
            <a:extLst>
              <a:ext uri="{FF2B5EF4-FFF2-40B4-BE49-F238E27FC236}">
                <a16:creationId xmlns:a16="http://schemas.microsoft.com/office/drawing/2014/main" id="{117D062C-6EBC-84F7-5F5A-7E76EBD61A13}"/>
              </a:ext>
            </a:extLst>
          </p:cNvPr>
          <p:cNvSpPr txBox="1"/>
          <p:nvPr/>
        </p:nvSpPr>
        <p:spPr>
          <a:xfrm>
            <a:off x="1991129" y="5590550"/>
            <a:ext cx="1421067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Admin Login Page: Secure login interface for administrator access</a:t>
            </a:r>
          </a:p>
        </p:txBody>
      </p:sp>
      <p:sp>
        <p:nvSpPr>
          <p:cNvPr id="50" name="TextBox 49">
            <a:extLst>
              <a:ext uri="{FF2B5EF4-FFF2-40B4-BE49-F238E27FC236}">
                <a16:creationId xmlns:a16="http://schemas.microsoft.com/office/drawing/2014/main" id="{7381436E-4A20-7793-4691-83151477A69F}"/>
              </a:ext>
            </a:extLst>
          </p:cNvPr>
          <p:cNvSpPr txBox="1"/>
          <p:nvPr/>
        </p:nvSpPr>
        <p:spPr>
          <a:xfrm>
            <a:off x="9681023" y="9835100"/>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Admin Dashboard: Admin panel to add, manage, and delete events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6B29AF3-3891-0B11-9A9F-53B814142E69}"/>
              </a:ext>
            </a:extLst>
          </p:cNvPr>
          <p:cNvPicPr>
            <a:picLocks noChangeAspect="1"/>
          </p:cNvPicPr>
          <p:nvPr/>
        </p:nvPicPr>
        <p:blipFill>
          <a:blip r:embed="rId3">
            <a:extLst>
              <a:ext uri="{28A0092B-C50C-407E-A947-70E740481C1C}">
                <a14:useLocalDpi xmlns:a14="http://schemas.microsoft.com/office/drawing/2010/main" val="0"/>
              </a:ext>
            </a:extLst>
          </a:blip>
          <a:srcRect t="4526" r="833" b="10000"/>
          <a:stretch>
            <a:fillRect/>
          </a:stretch>
        </p:blipFill>
        <p:spPr>
          <a:xfrm>
            <a:off x="2162160" y="1469193"/>
            <a:ext cx="15082326" cy="7312357"/>
          </a:xfrm>
          <a:prstGeom prst="rect">
            <a:avLst/>
          </a:prstGeom>
          <a:ln>
            <a:solidFill>
              <a:schemeClr val="tx1"/>
            </a:solidFill>
          </a:ln>
        </p:spPr>
      </p:pic>
      <p:sp>
        <p:nvSpPr>
          <p:cNvPr id="5" name="TextBox 4">
            <a:extLst>
              <a:ext uri="{FF2B5EF4-FFF2-40B4-BE49-F238E27FC236}">
                <a16:creationId xmlns:a16="http://schemas.microsoft.com/office/drawing/2014/main" id="{BACF03E9-D655-0F71-EB52-129B2924E57F}"/>
              </a:ext>
            </a:extLst>
          </p:cNvPr>
          <p:cNvSpPr txBox="1"/>
          <p:nvPr/>
        </p:nvSpPr>
        <p:spPr>
          <a:xfrm>
            <a:off x="5638800" y="8864650"/>
            <a:ext cx="149352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Student Bookings: Displays list of students who booked tickets for events </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6">
            <a:extLst>
              <a:ext uri="{FF2B5EF4-FFF2-40B4-BE49-F238E27FC236}">
                <a16:creationId xmlns:a16="http://schemas.microsoft.com/office/drawing/2014/main" id="{FA405478-0BA8-4A85-A81A-B9346174FE61}"/>
              </a:ext>
            </a:extLst>
          </p:cNvPr>
          <p:cNvSpPr txBox="1"/>
          <p:nvPr/>
        </p:nvSpPr>
        <p:spPr>
          <a:xfrm>
            <a:off x="17817087" y="290493"/>
            <a:ext cx="8932970" cy="9319492"/>
          </a:xfrm>
          <a:prstGeom prst="rect">
            <a:avLst/>
          </a:prstGeom>
        </p:spPr>
        <p:txBody>
          <a:bodyPr lIns="50800" tIns="50800" rIns="50800" bIns="50800" rtlCol="0" anchor="ctr"/>
          <a:lstStyle/>
          <a:p>
            <a:pPr algn="ctr">
              <a:lnSpc>
                <a:spcPts val="2659"/>
              </a:lnSpc>
            </a:pPr>
            <a:endParaRPr/>
          </a:p>
        </p:txBody>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5DA98C-EF64-4FC9-6D49-B83F896B1B65}"/>
              </a:ext>
            </a:extLst>
          </p:cNvPr>
          <p:cNvSpPr txBox="1"/>
          <p:nvPr/>
        </p:nvSpPr>
        <p:spPr>
          <a:xfrm>
            <a:off x="2480478" y="2117190"/>
            <a:ext cx="14051280" cy="6555641"/>
          </a:xfrm>
          <a:prstGeom prst="rect">
            <a:avLst/>
          </a:prstGeom>
          <a:noFill/>
        </p:spPr>
        <p:txBody>
          <a:bodyPr wrap="square">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Advantages:</a:t>
            </a:r>
          </a:p>
          <a:p>
            <a:endParaRPr lang="en-US" sz="2800"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real payment gateway</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database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Single admin system</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authentication security</a:t>
            </a: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B245D77-6823-5EEC-FDC6-E2A6D9E2945C}"/>
              </a:ext>
            </a:extLst>
          </p:cNvPr>
          <p:cNvSpPr>
            <a:spLocks noChangeArrowheads="1"/>
          </p:cNvSpPr>
          <p:nvPr/>
        </p:nvSpPr>
        <p:spPr bwMode="auto">
          <a:xfrm>
            <a:off x="2480478" y="3048393"/>
            <a:ext cx="403597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Easy ticket booking</a:t>
            </a:r>
            <a:endParaRPr lang="en-US" sz="28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Centralized system</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Admin control</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event display</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Simple UI</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623</TotalTime>
  <Words>695</Words>
  <Application>Microsoft Office PowerPoint</Application>
  <PresentationFormat>Custom</PresentationFormat>
  <Paragraphs>321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Gotham</vt:lpstr>
      <vt:lpstr>Wingdings</vt:lpstr>
      <vt:lpstr>Gotham Bold Italics</vt:lpstr>
      <vt:lpstr>Calibri</vt:lpstr>
      <vt:lpstr>Cambria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 P</dc:creator>
  <cp:lastModifiedBy>likhithareddy35@outlook.com</cp:lastModifiedBy>
  <cp:revision>18</cp:revision>
  <dcterms:created xsi:type="dcterms:W3CDTF">2006-08-16T00:00:00Z</dcterms:created>
  <dcterms:modified xsi:type="dcterms:W3CDTF">2026-04-20T05:52:20Z</dcterms:modified>
  <dc:identifier>DAHCaYqJ9OU</dc:identifier>
</cp:coreProperties>
</file>